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Times New Roman MT" charset="1" panose="02030502070405020303"/>
      <p:regular r:id="rId13"/>
    </p:embeddedFont>
    <p:embeddedFont>
      <p:font typeface="Times New Roman MT Italics" charset="1" panose="02030502070405090303"/>
      <p:regular r:id="rId14"/>
    </p:embeddedFont>
    <p:embeddedFont>
      <p:font typeface="Times New Roman MT Condensed" charset="1" panose="02030506070405020303"/>
      <p:regular r:id="rId15"/>
    </p:embeddedFont>
    <p:embeddedFont>
      <p:font typeface="Agrandir Wide Bold" charset="1" panose="00000805000000000000"/>
      <p:regular r:id="rId16"/>
    </p:embeddedFont>
    <p:embeddedFont>
      <p:font typeface="Open Sauce Medium" charset="1" panose="00000600000000000000"/>
      <p:regular r:id="rId17"/>
    </p:embeddedFont>
    <p:embeddedFont>
      <p:font typeface="Open Sauce Bold" charset="1" panose="00000800000000000000"/>
      <p:regular r:id="rId18"/>
    </p:embeddedFont>
    <p:embeddedFont>
      <p:font typeface="Open Sauce" charset="1" panose="00000500000000000000"/>
      <p:regular r:id="rId19"/>
    </p:embeddedFont>
    <p:embeddedFont>
      <p:font typeface="Playfair Display Semi-Bold" charset="1" panose="000000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17" Target="../media/image16.pn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74313" y="307383"/>
            <a:ext cx="14127702" cy="1101598"/>
          </a:xfrm>
          <a:custGeom>
            <a:avLst/>
            <a:gdLst/>
            <a:ahLst/>
            <a:cxnLst/>
            <a:rect r="r" b="b" t="t" l="l"/>
            <a:pathLst>
              <a:path h="1101598" w="14127702">
                <a:moveTo>
                  <a:pt x="0" y="0"/>
                </a:moveTo>
                <a:lnTo>
                  <a:pt x="14127702" y="0"/>
                </a:lnTo>
                <a:lnTo>
                  <a:pt x="14127702" y="1101598"/>
                </a:lnTo>
                <a:lnTo>
                  <a:pt x="0" y="1101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53" t="-10071" r="-12922" b="-1007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91320" y="362859"/>
            <a:ext cx="610238" cy="832142"/>
          </a:xfrm>
          <a:custGeom>
            <a:avLst/>
            <a:gdLst/>
            <a:ahLst/>
            <a:cxnLst/>
            <a:rect r="r" b="b" t="t" l="l"/>
            <a:pathLst>
              <a:path h="832142" w="610238">
                <a:moveTo>
                  <a:pt x="0" y="0"/>
                </a:moveTo>
                <a:lnTo>
                  <a:pt x="610237" y="0"/>
                </a:lnTo>
                <a:lnTo>
                  <a:pt x="610237" y="832142"/>
                </a:lnTo>
                <a:lnTo>
                  <a:pt x="0" y="832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415789" y="372692"/>
            <a:ext cx="901250" cy="901250"/>
          </a:xfrm>
          <a:custGeom>
            <a:avLst/>
            <a:gdLst/>
            <a:ahLst/>
            <a:cxnLst/>
            <a:rect r="r" b="b" t="t" l="l"/>
            <a:pathLst>
              <a:path h="901250" w="901250">
                <a:moveTo>
                  <a:pt x="0" y="0"/>
                </a:moveTo>
                <a:lnTo>
                  <a:pt x="901249" y="0"/>
                </a:lnTo>
                <a:lnTo>
                  <a:pt x="901249" y="901249"/>
                </a:lnTo>
                <a:lnTo>
                  <a:pt x="0" y="9012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628758" y="488306"/>
            <a:ext cx="1172861" cy="616220"/>
          </a:xfrm>
          <a:custGeom>
            <a:avLst/>
            <a:gdLst/>
            <a:ahLst/>
            <a:cxnLst/>
            <a:rect r="r" b="b" t="t" l="l"/>
            <a:pathLst>
              <a:path h="616220" w="1172861">
                <a:moveTo>
                  <a:pt x="0" y="0"/>
                </a:moveTo>
                <a:lnTo>
                  <a:pt x="1172860" y="0"/>
                </a:lnTo>
                <a:lnTo>
                  <a:pt x="1172860" y="616220"/>
                </a:lnTo>
                <a:lnTo>
                  <a:pt x="0" y="6162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926638" y="538306"/>
            <a:ext cx="1721890" cy="626142"/>
          </a:xfrm>
          <a:custGeom>
            <a:avLst/>
            <a:gdLst/>
            <a:ahLst/>
            <a:cxnLst/>
            <a:rect r="r" b="b" t="t" l="l"/>
            <a:pathLst>
              <a:path h="626142" w="1721890">
                <a:moveTo>
                  <a:pt x="0" y="0"/>
                </a:moveTo>
                <a:lnTo>
                  <a:pt x="1721890" y="0"/>
                </a:lnTo>
                <a:lnTo>
                  <a:pt x="1721890" y="626142"/>
                </a:lnTo>
                <a:lnTo>
                  <a:pt x="0" y="62614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72696" t="-170787" r="-73662" b="-156814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258128" y="488306"/>
            <a:ext cx="1474047" cy="670021"/>
          </a:xfrm>
          <a:custGeom>
            <a:avLst/>
            <a:gdLst/>
            <a:ahLst/>
            <a:cxnLst/>
            <a:rect r="r" b="b" t="t" l="l"/>
            <a:pathLst>
              <a:path h="670021" w="1474047">
                <a:moveTo>
                  <a:pt x="0" y="0"/>
                </a:moveTo>
                <a:lnTo>
                  <a:pt x="1474047" y="0"/>
                </a:lnTo>
                <a:lnTo>
                  <a:pt x="1474047" y="670021"/>
                </a:lnTo>
                <a:lnTo>
                  <a:pt x="0" y="6700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056" t="-88645" r="-11397" b="-9175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341775" y="488306"/>
            <a:ext cx="2677383" cy="585678"/>
          </a:xfrm>
          <a:custGeom>
            <a:avLst/>
            <a:gdLst/>
            <a:ahLst/>
            <a:cxnLst/>
            <a:rect r="r" b="b" t="t" l="l"/>
            <a:pathLst>
              <a:path h="585678" w="2677383">
                <a:moveTo>
                  <a:pt x="0" y="0"/>
                </a:moveTo>
                <a:lnTo>
                  <a:pt x="2677383" y="0"/>
                </a:lnTo>
                <a:lnTo>
                  <a:pt x="2677383" y="585677"/>
                </a:lnTo>
                <a:lnTo>
                  <a:pt x="0" y="58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149315" y="481156"/>
            <a:ext cx="1655535" cy="461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2"/>
              </a:lnSpc>
            </a:pPr>
            <a:r>
              <a:rPr lang="en-US" sz="2652" spc="-53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MANIPAL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49315" y="833903"/>
            <a:ext cx="1655535" cy="302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1153"/>
              </a:lnSpc>
              <a:spcBef>
                <a:spcPct val="0"/>
              </a:spcBef>
            </a:pPr>
            <a:r>
              <a:rPr lang="en-US" sz="823" spc="-16" strike="noStrike" u="none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ACADEMY OF HIGHER EDUCATION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49315" y="1098287"/>
            <a:ext cx="1655535" cy="132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905"/>
              </a:lnSpc>
              <a:spcBef>
                <a:spcPct val="0"/>
              </a:spcBef>
            </a:pPr>
            <a:r>
              <a:rPr lang="en-US" sz="646" i="true" spc="-12" strike="noStrike" u="none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Institution of Embrace Diamant in the University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2144375" y="3869391"/>
            <a:ext cx="6143625" cy="6417609"/>
          </a:xfrm>
          <a:custGeom>
            <a:avLst/>
            <a:gdLst/>
            <a:ahLst/>
            <a:cxnLst/>
            <a:rect r="r" b="b" t="t" l="l"/>
            <a:pathLst>
              <a:path h="6417609" w="6143625">
                <a:moveTo>
                  <a:pt x="0" y="0"/>
                </a:moveTo>
                <a:lnTo>
                  <a:pt x="6143625" y="0"/>
                </a:lnTo>
                <a:lnTo>
                  <a:pt x="6143625" y="6417609"/>
                </a:lnTo>
                <a:lnTo>
                  <a:pt x="0" y="641760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-4932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028700" y="1828934"/>
            <a:ext cx="9460393" cy="4694568"/>
            <a:chOff x="0" y="0"/>
            <a:chExt cx="12613857" cy="6259424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382399" y="-314325"/>
              <a:ext cx="11904413" cy="36485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762"/>
                </a:lnSpc>
              </a:pPr>
              <a:r>
                <a:rPr lang="en-US" sz="16468" spc="-329">
                  <a:gradFill>
                    <a:gsLst>
                      <a:gs pos="0">
                        <a:srgbClr val="5DE0E6">
                          <a:alpha val="100000"/>
                        </a:srgbClr>
                      </a:gs>
                      <a:gs pos="100000">
                        <a:srgbClr val="004AAD">
                          <a:alpha val="100000"/>
                        </a:srgbClr>
                      </a:gs>
                    </a:gsLst>
                    <a:lin ang="0"/>
                  </a:gradFill>
                  <a:latin typeface="Times New Roman MT Condensed"/>
                  <a:ea typeface="Times New Roman MT Condensed"/>
                  <a:cs typeface="Times New Roman MT Condensed"/>
                  <a:sym typeface="Times New Roman MT Condensed"/>
                </a:rPr>
                <a:t>HackSprint</a:t>
              </a:r>
            </a:p>
          </p:txBody>
        </p:sp>
        <p:sp>
          <p:nvSpPr>
            <p:cNvPr name="Freeform 17" id="17"/>
            <p:cNvSpPr/>
            <p:nvPr/>
          </p:nvSpPr>
          <p:spPr>
            <a:xfrm flipH="false" flipV="false" rot="0">
              <a:off x="2124439" y="2762951"/>
              <a:ext cx="8394485" cy="1047467"/>
            </a:xfrm>
            <a:custGeom>
              <a:avLst/>
              <a:gdLst/>
              <a:ahLst/>
              <a:cxnLst/>
              <a:rect r="r" b="b" t="t" l="l"/>
              <a:pathLst>
                <a:path h="1047467" w="8394485">
                  <a:moveTo>
                    <a:pt x="0" y="0"/>
                  </a:moveTo>
                  <a:lnTo>
                    <a:pt x="8394485" y="0"/>
                  </a:lnTo>
                  <a:lnTo>
                    <a:pt x="8394485" y="1047467"/>
                  </a:lnTo>
                  <a:lnTo>
                    <a:pt x="0" y="10474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1933" t="-18309" r="-1581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3795665"/>
              <a:ext cx="12613857" cy="2463759"/>
            </a:xfrm>
            <a:custGeom>
              <a:avLst/>
              <a:gdLst/>
              <a:ahLst/>
              <a:cxnLst/>
              <a:rect r="r" b="b" t="t" l="l"/>
              <a:pathLst>
                <a:path h="2463759" w="12613857">
                  <a:moveTo>
                    <a:pt x="0" y="0"/>
                  </a:moveTo>
                  <a:lnTo>
                    <a:pt x="12613857" y="0"/>
                  </a:lnTo>
                  <a:lnTo>
                    <a:pt x="12613857" y="2463759"/>
                  </a:lnTo>
                  <a:lnTo>
                    <a:pt x="0" y="24637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3083387" y="4400540"/>
              <a:ext cx="575369" cy="1239256"/>
            </a:xfrm>
            <a:custGeom>
              <a:avLst/>
              <a:gdLst/>
              <a:ahLst/>
              <a:cxnLst/>
              <a:rect r="r" b="b" t="t" l="l"/>
              <a:pathLst>
                <a:path h="1239256" w="575369">
                  <a:moveTo>
                    <a:pt x="0" y="0"/>
                  </a:moveTo>
                  <a:lnTo>
                    <a:pt x="575369" y="0"/>
                  </a:lnTo>
                  <a:lnTo>
                    <a:pt x="575369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8689546" y="4400540"/>
              <a:ext cx="73765" cy="1239256"/>
            </a:xfrm>
            <a:custGeom>
              <a:avLst/>
              <a:gdLst/>
              <a:ahLst/>
              <a:cxnLst/>
              <a:rect r="r" b="b" t="t" l="l"/>
              <a:pathLst>
                <a:path h="1239256" w="73765">
                  <a:moveTo>
                    <a:pt x="0" y="0"/>
                  </a:moveTo>
                  <a:lnTo>
                    <a:pt x="73765" y="0"/>
                  </a:lnTo>
                  <a:lnTo>
                    <a:pt x="73765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-20000" t="0" r="-28000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436968" y="2920863"/>
              <a:ext cx="7221205" cy="8181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344"/>
                </a:lnSpc>
              </a:pPr>
              <a:r>
                <a:rPr lang="en-US" sz="3620" b="true">
                  <a:solidFill>
                    <a:srgbClr val="004944"/>
                  </a:solidFill>
                  <a:latin typeface="Agrandir Wide Bold"/>
                  <a:ea typeface="Agrandir Wide Bold"/>
                  <a:cs typeface="Agrandir Wide Bold"/>
                  <a:sym typeface="Agrandir Wide Bold"/>
                </a:rPr>
                <a:t>24-Hour Hackathon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865827" y="4393311"/>
              <a:ext cx="1843069" cy="10032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6"/>
                </a:lnSpc>
              </a:pPr>
              <a:r>
                <a:rPr lang="en-US" b="true" sz="4938" spc="-296">
                  <a:gradFill>
                    <a:gsLst>
                      <a:gs pos="0">
                        <a:srgbClr val="5DE0E6">
                          <a:alpha val="100000"/>
                        </a:srgbClr>
                      </a:gs>
                      <a:gs pos="100000">
                        <a:srgbClr val="004AAD">
                          <a:alpha val="100000"/>
                        </a:srgbClr>
                      </a:gs>
                    </a:gsLst>
                    <a:lin ang="0"/>
                  </a:gradFill>
                  <a:latin typeface="Open Sauce Medium"/>
                  <a:ea typeface="Open Sauce Medium"/>
                  <a:cs typeface="Open Sauce Medium"/>
                  <a:sym typeface="Open Sauce Medium"/>
                </a:rPr>
                <a:t>17-18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4400894" y="4940029"/>
              <a:ext cx="3474638" cy="6491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72"/>
                </a:lnSpc>
              </a:pPr>
              <a:r>
                <a:rPr lang="en-US" sz="1644" b="true">
                  <a:solidFill>
                    <a:srgbClr val="004944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Manipal Academy of Higher Education (MAHE)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47112" y="5438889"/>
              <a:ext cx="1389855" cy="3245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23"/>
                </a:lnSpc>
              </a:pPr>
              <a:r>
                <a:rPr lang="en-US" b="true" sz="1602">
                  <a:solidFill>
                    <a:srgbClr val="004944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OCTOBER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4974964" y="4461918"/>
              <a:ext cx="2296283" cy="348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22"/>
                </a:lnSpc>
              </a:pPr>
              <a:r>
                <a:rPr lang="en-US" b="true" sz="1685">
                  <a:solidFill>
                    <a:srgbClr val="004944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VENUE DETAILS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141600" y="4781941"/>
              <a:ext cx="1631569" cy="348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22"/>
                </a:lnSpc>
              </a:pPr>
              <a:r>
                <a:rPr lang="en-US" b="true" sz="1685">
                  <a:solidFill>
                    <a:srgbClr val="004944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SATURDAY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9416458" y="5168176"/>
              <a:ext cx="2417140" cy="348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22"/>
                </a:lnSpc>
              </a:pPr>
              <a:r>
                <a:rPr lang="en-US" sz="1685">
                  <a:solidFill>
                    <a:srgbClr val="004944"/>
                  </a:solidFill>
                  <a:latin typeface="Open Sauce"/>
                  <a:ea typeface="Open Sauce"/>
                  <a:cs typeface="Open Sauce"/>
                  <a:sym typeface="Open Sauce"/>
                </a:rPr>
                <a:t>09 A.M. Onwards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66813" y="8715375"/>
            <a:ext cx="14049375" cy="1085850"/>
            <a:chOff x="0" y="0"/>
            <a:chExt cx="18732500" cy="1447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8732500" cy="1447800"/>
            </a:xfrm>
            <a:custGeom>
              <a:avLst/>
              <a:gdLst/>
              <a:ahLst/>
              <a:cxnLst/>
              <a:rect r="r" b="b" t="t" l="l"/>
              <a:pathLst>
                <a:path h="1447800" w="18732500">
                  <a:moveTo>
                    <a:pt x="0" y="0"/>
                  </a:moveTo>
                  <a:lnTo>
                    <a:pt x="18732500" y="0"/>
                  </a:lnTo>
                  <a:lnTo>
                    <a:pt x="187325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542" t="-9649" r="-1084" b="-18421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10927848" y="480123"/>
              <a:ext cx="2629904" cy="575802"/>
            </a:xfrm>
            <a:custGeom>
              <a:avLst/>
              <a:gdLst/>
              <a:ahLst/>
              <a:cxnLst/>
              <a:rect r="r" b="b" t="t" l="l"/>
              <a:pathLst>
                <a:path h="575802" w="2629904">
                  <a:moveTo>
                    <a:pt x="0" y="0"/>
                  </a:moveTo>
                  <a:lnTo>
                    <a:pt x="2629904" y="0"/>
                  </a:lnTo>
                  <a:lnTo>
                    <a:pt x="2629904" y="575802"/>
                  </a:lnTo>
                  <a:lnTo>
                    <a:pt x="0" y="575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 rot="0">
              <a:off x="1372006" y="226089"/>
              <a:ext cx="1664614" cy="8298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577"/>
                </a:lnSpc>
              </a:pPr>
              <a:r>
                <a:rPr lang="en-US" b="true" sz="1840">
                  <a:solidFill>
                    <a:srgbClr val="FFFFFF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REGISTER NOW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7172147" y="252779"/>
              <a:ext cx="1742643" cy="7668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34"/>
                </a:lnSpc>
              </a:pPr>
              <a:r>
                <a:rPr lang="en-US" sz="1521" b="true">
                  <a:solidFill>
                    <a:srgbClr val="FFFFFF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Team Size</a:t>
              </a:r>
            </a:p>
            <a:p>
              <a:pPr algn="ctr">
                <a:lnSpc>
                  <a:spcPts val="2434"/>
                </a:lnSpc>
              </a:pPr>
              <a:r>
                <a:rPr lang="en-US" sz="1521" b="true">
                  <a:solidFill>
                    <a:srgbClr val="FFFFFF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1-4 Members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2429346" y="130153"/>
              <a:ext cx="2139716" cy="292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40"/>
                </a:lnSpc>
              </a:pPr>
              <a:r>
                <a:rPr lang="en-US" b="true" sz="1450">
                  <a:solidFill>
                    <a:srgbClr val="FFFFFF"/>
                  </a:solidFill>
                  <a:latin typeface="Playfair Display Semi-Bold"/>
                  <a:ea typeface="Playfair Display Semi-Bold"/>
                  <a:cs typeface="Playfair Display Semi-Bold"/>
                  <a:sym typeface="Playfair Display Semi-Bold"/>
                </a:rPr>
                <a:t>ORGANIZED BY:</a:t>
              </a:r>
            </a:p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14501941" y="232228"/>
              <a:ext cx="721119" cy="983344"/>
            </a:xfrm>
            <a:custGeom>
              <a:avLst/>
              <a:gdLst/>
              <a:ahLst/>
              <a:cxnLst/>
              <a:rect r="r" b="b" t="t" l="l"/>
              <a:pathLst>
                <a:path h="983344" w="721119">
                  <a:moveTo>
                    <a:pt x="0" y="0"/>
                  </a:moveTo>
                  <a:lnTo>
                    <a:pt x="721119" y="0"/>
                  </a:lnTo>
                  <a:lnTo>
                    <a:pt x="721119" y="983344"/>
                  </a:lnTo>
                  <a:lnTo>
                    <a:pt x="0" y="9833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 rot="0">
              <a:off x="15125170" y="469001"/>
              <a:ext cx="1260579" cy="342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17"/>
                </a:lnSpc>
              </a:pPr>
              <a:r>
                <a:rPr lang="en-US" sz="1514" spc="-30">
                  <a:solidFill>
                    <a:srgbClr val="FFFFFF"/>
                  </a:solidFill>
                  <a:latin typeface="Times New Roman MT"/>
                  <a:ea typeface="Times New Roman MT"/>
                  <a:cs typeface="Times New Roman MT"/>
                  <a:sym typeface="Times New Roman MT"/>
                </a:rPr>
                <a:t>MANIPAL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5125170" y="762871"/>
              <a:ext cx="1956349" cy="3334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1021"/>
                </a:lnSpc>
                <a:spcBef>
                  <a:spcPct val="0"/>
                </a:spcBef>
              </a:pPr>
              <a:r>
                <a:rPr lang="en-US" sz="729" spc="-14" strike="noStrike" u="none">
                  <a:solidFill>
                    <a:srgbClr val="FFFFFF"/>
                  </a:solidFill>
                  <a:latin typeface="Times New Roman MT"/>
                  <a:ea typeface="Times New Roman MT"/>
                  <a:cs typeface="Times New Roman MT"/>
                  <a:sym typeface="Times New Roman MT"/>
                </a:rPr>
                <a:t>ACADEMY OF HIGHER EDUCATION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5125170" y="1075295"/>
              <a:ext cx="1956349" cy="1385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802"/>
                </a:lnSpc>
                <a:spcBef>
                  <a:spcPct val="0"/>
                </a:spcBef>
              </a:pPr>
              <a:r>
                <a:rPr lang="en-US" sz="573" i="true" spc="-11" strike="noStrike" u="none">
                  <a:solidFill>
                    <a:srgbClr val="FFFFFF"/>
                  </a:solidFill>
                  <a:latin typeface="Times New Roman MT Italics"/>
                  <a:ea typeface="Times New Roman MT Italics"/>
                  <a:cs typeface="Times New Roman MT Italics"/>
                  <a:sym typeface="Times New Roman MT Italics"/>
                </a:rPr>
                <a:t>Institution of Embrace Diamant in the University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591320" y="6523502"/>
            <a:ext cx="2051923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03"/>
              </a:lnSpc>
            </a:pPr>
            <a:r>
              <a:rPr lang="en-US" b="true" sz="2502">
                <a:solidFill>
                  <a:srgbClr val="000000"/>
                </a:solidFill>
                <a:latin typeface="Playfair Display Semi-Bold"/>
                <a:ea typeface="Playfair Display Semi-Bold"/>
                <a:cs typeface="Playfair Display Semi-Bold"/>
                <a:sym typeface="Playfair Display Semi-Bold"/>
              </a:rPr>
              <a:t>YOUR NAME: </a:t>
            </a:r>
          </a:p>
          <a:p>
            <a:pPr algn="just">
              <a:lnSpc>
                <a:spcPts val="2283"/>
              </a:lnSpc>
            </a:pPr>
          </a:p>
          <a:p>
            <a:pPr algn="just">
              <a:lnSpc>
                <a:spcPts val="3003"/>
              </a:lnSpc>
            </a:pPr>
            <a:r>
              <a:rPr lang="en-US" b="true" sz="2502">
                <a:solidFill>
                  <a:srgbClr val="000000"/>
                </a:solidFill>
                <a:latin typeface="Playfair Display Semi-Bold"/>
                <a:ea typeface="Playfair Display Semi-Bold"/>
                <a:cs typeface="Playfair Display Semi-Bold"/>
                <a:sym typeface="Playfair Display Semi-Bold"/>
              </a:rPr>
              <a:t>TEAM NAME: </a:t>
            </a:r>
          </a:p>
          <a:p>
            <a:pPr algn="just">
              <a:lnSpc>
                <a:spcPts val="2283"/>
              </a:lnSpc>
            </a:pPr>
          </a:p>
          <a:p>
            <a:pPr algn="just">
              <a:lnSpc>
                <a:spcPts val="2763"/>
              </a:lnSpc>
              <a:spcBef>
                <a:spcPct val="0"/>
              </a:spcBef>
            </a:pPr>
            <a:r>
              <a:rPr lang="en-US" b="true" sz="2302">
                <a:solidFill>
                  <a:srgbClr val="000000"/>
                </a:solidFill>
                <a:latin typeface="Playfair Display Semi-Bold"/>
                <a:ea typeface="Playfair Display Semi-Bold"/>
                <a:cs typeface="Playfair Display Semi-Bold"/>
                <a:sym typeface="Playfair Display Semi-Bold"/>
              </a:rPr>
              <a:t>TRACK NO: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38200"/>
            <a:ext cx="7685837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73"/>
              </a:lnSpc>
            </a:pPr>
            <a:r>
              <a:rPr lang="en-US" sz="9978" spc="-199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Solution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38200"/>
            <a:ext cx="1322281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73"/>
              </a:lnSpc>
            </a:pPr>
            <a:r>
              <a:rPr lang="en-US" sz="9978" spc="-199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Tech Stack &amp;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38200"/>
            <a:ext cx="1322281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73"/>
              </a:lnSpc>
            </a:pPr>
            <a:r>
              <a:rPr lang="en-US" sz="9978" spc="-199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Data Flow Diagram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66775"/>
            <a:ext cx="10751308" cy="1393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35"/>
              </a:lnSpc>
            </a:pPr>
            <a:r>
              <a:rPr lang="en-US" sz="8113" spc="-162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Screenshot of Your Project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17038" y="-4518398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66775"/>
            <a:ext cx="5533771" cy="1393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35"/>
              </a:lnSpc>
            </a:pPr>
            <a:r>
              <a:rPr lang="en-US" sz="8113" spc="-162">
                <a:gradFill>
                  <a:gsLst>
                    <a:gs pos="0">
                      <a:srgbClr val="5DE0E6">
                        <a:alpha val="100000"/>
                      </a:srgbClr>
                    </a:gs>
                    <a:gs pos="100000">
                      <a:srgbClr val="004AAD">
                        <a:alpha val="100000"/>
                      </a:srgbClr>
                    </a:gs>
                  </a:gsLst>
                  <a:lin ang="0"/>
                </a:gra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Others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DAHUpmvgRuU</dc:identifier>
  <dcterms:modified xsi:type="dcterms:W3CDTF">2011-08-01T06:04:30Z</dcterms:modified>
  <cp:revision>1</cp:revision>
  <dc:title>HackSprint PPT Presentation</dc:title>
</cp:coreProperties>
</file>