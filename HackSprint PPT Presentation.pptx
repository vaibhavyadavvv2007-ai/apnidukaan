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grandir Wide Bold" panose="020B0604020202020204" charset="0"/>
      <p:regular r:id="rId9"/>
    </p:embeddedFont>
    <p:embeddedFont>
      <p:font typeface="Open Sauce" panose="020B0604020202020204" charset="0"/>
      <p:regular r:id="rId10"/>
    </p:embeddedFont>
    <p:embeddedFont>
      <p:font typeface="Open Sauce Bold" panose="020B0604020202020204" charset="0"/>
      <p:regular r:id="rId11"/>
    </p:embeddedFont>
    <p:embeddedFont>
      <p:font typeface="Open Sauce Medium" panose="020B0604020202020204" charset="0"/>
      <p:regular r:id="rId12"/>
    </p:embeddedFont>
    <p:embeddedFont>
      <p:font typeface="Playfair Display Semi-Bold" panose="020B0604020202020204" charset="0"/>
      <p:regular r:id="rId13"/>
    </p:embeddedFont>
    <p:embeddedFont>
      <p:font typeface="Times New Roman MT" panose="020B0604020202020204" charset="0"/>
      <p:regular r:id="rId14"/>
    </p:embeddedFont>
    <p:embeddedFont>
      <p:font typeface="Times New Roman MT Condensed" panose="020B0604020202020204" charset="0"/>
      <p:regular r:id="rId15"/>
    </p:embeddedFont>
    <p:embeddedFont>
      <p:font typeface="Times New Roman MT Italic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bhav yadav" userId="bc0b8a45d3ed64dc" providerId="LiveId" clId="{D0279BE2-BAA9-4E0F-B3AE-5A3FFDEB7A16}"/>
    <pc:docChg chg="modSld">
      <pc:chgData name="vaibhav yadav" userId="bc0b8a45d3ed64dc" providerId="LiveId" clId="{D0279BE2-BAA9-4E0F-B3AE-5A3FFDEB7A16}" dt="2026-10-03T05:34:16.938" v="0" actId="14100"/>
      <pc:docMkLst>
        <pc:docMk/>
      </pc:docMkLst>
      <pc:sldChg chg="modSp mod">
        <pc:chgData name="vaibhav yadav" userId="bc0b8a45d3ed64dc" providerId="LiveId" clId="{D0279BE2-BAA9-4E0F-B3AE-5A3FFDEB7A16}" dt="2026-10-03T05:34:16.938" v="0" actId="14100"/>
        <pc:sldMkLst>
          <pc:docMk/>
          <pc:sldMk cId="0" sldId="256"/>
        </pc:sldMkLst>
        <pc:spChg chg="mod">
          <ac:chgData name="vaibhav yadav" userId="bc0b8a45d3ed64dc" providerId="LiveId" clId="{D0279BE2-BAA9-4E0F-B3AE-5A3FFDEB7A16}" dt="2026-10-03T05:34:16.938" v="0" actId="14100"/>
          <ac:spMkLst>
            <pc:docMk/>
            <pc:sldMk cId="0" sldId="256"/>
            <ac:spMk id="2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274313" y="307383"/>
            <a:ext cx="14127702" cy="1101598"/>
          </a:xfrm>
          <a:custGeom>
            <a:avLst/>
            <a:gdLst/>
            <a:ahLst/>
            <a:cxnLst/>
            <a:rect l="l" t="t" r="r" b="b"/>
            <a:pathLst>
              <a:path w="14127702" h="1101598">
                <a:moveTo>
                  <a:pt x="0" y="0"/>
                </a:moveTo>
                <a:lnTo>
                  <a:pt x="14127702" y="0"/>
                </a:lnTo>
                <a:lnTo>
                  <a:pt x="14127702" y="1101598"/>
                </a:lnTo>
                <a:lnTo>
                  <a:pt x="0" y="1101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53" t="-10071" r="-12922" b="-1007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591320" y="362859"/>
            <a:ext cx="610238" cy="832142"/>
          </a:xfrm>
          <a:custGeom>
            <a:avLst/>
            <a:gdLst/>
            <a:ahLst/>
            <a:cxnLst/>
            <a:rect l="l" t="t" r="r" b="b"/>
            <a:pathLst>
              <a:path w="610238" h="832142">
                <a:moveTo>
                  <a:pt x="0" y="0"/>
                </a:moveTo>
                <a:lnTo>
                  <a:pt x="610237" y="0"/>
                </a:lnTo>
                <a:lnTo>
                  <a:pt x="610237" y="832142"/>
                </a:lnTo>
                <a:lnTo>
                  <a:pt x="0" y="832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4415789" y="372692"/>
            <a:ext cx="901250" cy="901250"/>
          </a:xfrm>
          <a:custGeom>
            <a:avLst/>
            <a:gdLst/>
            <a:ahLst/>
            <a:cxnLst/>
            <a:rect l="l" t="t" r="r" b="b"/>
            <a:pathLst>
              <a:path w="901250" h="901250">
                <a:moveTo>
                  <a:pt x="0" y="0"/>
                </a:moveTo>
                <a:lnTo>
                  <a:pt x="901249" y="0"/>
                </a:lnTo>
                <a:lnTo>
                  <a:pt x="901249" y="901249"/>
                </a:lnTo>
                <a:lnTo>
                  <a:pt x="0" y="9012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3628758" y="488306"/>
            <a:ext cx="1172861" cy="616220"/>
          </a:xfrm>
          <a:custGeom>
            <a:avLst/>
            <a:gdLst/>
            <a:ahLst/>
            <a:cxnLst/>
            <a:rect l="l" t="t" r="r" b="b"/>
            <a:pathLst>
              <a:path w="1172861" h="616220">
                <a:moveTo>
                  <a:pt x="0" y="0"/>
                </a:moveTo>
                <a:lnTo>
                  <a:pt x="1172860" y="0"/>
                </a:lnTo>
                <a:lnTo>
                  <a:pt x="1172860" y="616220"/>
                </a:lnTo>
                <a:lnTo>
                  <a:pt x="0" y="6162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5926638" y="538306"/>
            <a:ext cx="1721890" cy="626142"/>
          </a:xfrm>
          <a:custGeom>
            <a:avLst/>
            <a:gdLst/>
            <a:ahLst/>
            <a:cxnLst/>
            <a:rect l="l" t="t" r="r" b="b"/>
            <a:pathLst>
              <a:path w="1721890" h="626142">
                <a:moveTo>
                  <a:pt x="0" y="0"/>
                </a:moveTo>
                <a:lnTo>
                  <a:pt x="1721890" y="0"/>
                </a:lnTo>
                <a:lnTo>
                  <a:pt x="1721890" y="626142"/>
                </a:lnTo>
                <a:lnTo>
                  <a:pt x="0" y="6261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2696" t="-170787" r="-73662" b="-15681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8258128" y="488306"/>
            <a:ext cx="1474047" cy="670021"/>
          </a:xfrm>
          <a:custGeom>
            <a:avLst/>
            <a:gdLst/>
            <a:ahLst/>
            <a:cxnLst/>
            <a:rect l="l" t="t" r="r" b="b"/>
            <a:pathLst>
              <a:path w="1474047" h="670021">
                <a:moveTo>
                  <a:pt x="0" y="0"/>
                </a:moveTo>
                <a:lnTo>
                  <a:pt x="1474047" y="0"/>
                </a:lnTo>
                <a:lnTo>
                  <a:pt x="1474047" y="670021"/>
                </a:lnTo>
                <a:lnTo>
                  <a:pt x="0" y="6700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6056" t="-88645" r="-11397" b="-9175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0341775" y="488306"/>
            <a:ext cx="2677383" cy="585678"/>
          </a:xfrm>
          <a:custGeom>
            <a:avLst/>
            <a:gdLst/>
            <a:ahLst/>
            <a:cxnLst/>
            <a:rect l="l" t="t" r="r" b="b"/>
            <a:pathLst>
              <a:path w="2677383" h="585678">
                <a:moveTo>
                  <a:pt x="0" y="0"/>
                </a:moveTo>
                <a:lnTo>
                  <a:pt x="2677383" y="0"/>
                </a:lnTo>
                <a:lnTo>
                  <a:pt x="2677383" y="585677"/>
                </a:lnTo>
                <a:lnTo>
                  <a:pt x="0" y="5856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2149315" y="481156"/>
            <a:ext cx="1655535" cy="46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652" spc="-5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MANIPAL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49315" y="833903"/>
            <a:ext cx="1655535" cy="30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153"/>
              </a:lnSpc>
              <a:spcBef>
                <a:spcPct val="0"/>
              </a:spcBef>
            </a:pPr>
            <a:r>
              <a:rPr lang="en-US" sz="823" u="none" strike="noStrike" spc="-1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ACADEMY OF HIGHER EDUCATION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49315" y="1098287"/>
            <a:ext cx="1655535" cy="132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5"/>
              </a:lnSpc>
              <a:spcBef>
                <a:spcPct val="0"/>
              </a:spcBef>
            </a:pPr>
            <a:r>
              <a:rPr lang="en-US" sz="646" i="1" u="none" strike="noStrike" spc="-12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Institution of Embrace Diamant in the University</a:t>
            </a:r>
          </a:p>
        </p:txBody>
      </p:sp>
      <p:sp>
        <p:nvSpPr>
          <p:cNvPr id="14" name="Freeform 14"/>
          <p:cNvSpPr/>
          <p:nvPr/>
        </p:nvSpPr>
        <p:spPr>
          <a:xfrm>
            <a:off x="12144375" y="3869391"/>
            <a:ext cx="6143625" cy="6417609"/>
          </a:xfrm>
          <a:custGeom>
            <a:avLst/>
            <a:gdLst/>
            <a:ahLst/>
            <a:cxnLst/>
            <a:rect l="l" t="t" r="r" b="b"/>
            <a:pathLst>
              <a:path w="6143625" h="6417609">
                <a:moveTo>
                  <a:pt x="0" y="0"/>
                </a:moveTo>
                <a:lnTo>
                  <a:pt x="6143625" y="0"/>
                </a:lnTo>
                <a:lnTo>
                  <a:pt x="6143625" y="6417609"/>
                </a:lnTo>
                <a:lnTo>
                  <a:pt x="0" y="641760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b="-493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1028700" y="1593190"/>
            <a:ext cx="9460393" cy="4930312"/>
            <a:chOff x="0" y="-314325"/>
            <a:chExt cx="12613857" cy="6573749"/>
          </a:xfrm>
        </p:grpSpPr>
        <p:sp>
          <p:nvSpPr>
            <p:cNvPr id="16" name="TextBox 16"/>
            <p:cNvSpPr txBox="1"/>
            <p:nvPr/>
          </p:nvSpPr>
          <p:spPr>
            <a:xfrm>
              <a:off x="382399" y="-314325"/>
              <a:ext cx="11904413" cy="3648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762"/>
                </a:lnSpc>
              </a:pPr>
              <a:r>
                <a:rPr lang="en-US" sz="16468" spc="-329">
                  <a:gradFill>
                    <a:gsLst>
                      <a:gs pos="0">
                        <a:srgbClr val="5DE0E6">
                          <a:alpha val="100000"/>
                        </a:srgbClr>
                      </a:gs>
                      <a:gs pos="100000">
                        <a:srgbClr val="004AAD">
                          <a:alpha val="100000"/>
                        </a:srgbClr>
                      </a:gs>
                    </a:gsLst>
                    <a:lin ang="0"/>
                  </a:gra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HackSprint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2124439" y="2762951"/>
              <a:ext cx="8394485" cy="1047467"/>
            </a:xfrm>
            <a:custGeom>
              <a:avLst/>
              <a:gdLst/>
              <a:ahLst/>
              <a:cxnLst/>
              <a:rect l="l" t="t" r="r" b="b"/>
              <a:pathLst>
                <a:path w="8394485" h="1047467">
                  <a:moveTo>
                    <a:pt x="0" y="0"/>
                  </a:moveTo>
                  <a:lnTo>
                    <a:pt x="8394485" y="0"/>
                  </a:lnTo>
                  <a:lnTo>
                    <a:pt x="8394485" y="1047467"/>
                  </a:lnTo>
                  <a:lnTo>
                    <a:pt x="0" y="1047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933" t="-18309" r="-158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3795665"/>
              <a:ext cx="12613857" cy="2463759"/>
            </a:xfrm>
            <a:custGeom>
              <a:avLst/>
              <a:gdLst/>
              <a:ahLst/>
              <a:cxnLst/>
              <a:rect l="l" t="t" r="r" b="b"/>
              <a:pathLst>
                <a:path w="12613857" h="2463759">
                  <a:moveTo>
                    <a:pt x="0" y="0"/>
                  </a:moveTo>
                  <a:lnTo>
                    <a:pt x="12613857" y="0"/>
                  </a:lnTo>
                  <a:lnTo>
                    <a:pt x="12613857" y="2463759"/>
                  </a:lnTo>
                  <a:lnTo>
                    <a:pt x="0" y="2463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3083387" y="4400540"/>
              <a:ext cx="575369" cy="1239256"/>
            </a:xfrm>
            <a:custGeom>
              <a:avLst/>
              <a:gdLst/>
              <a:ahLst/>
              <a:cxnLst/>
              <a:rect l="l" t="t" r="r" b="b"/>
              <a:pathLst>
                <a:path w="575369" h="1239256">
                  <a:moveTo>
                    <a:pt x="0" y="0"/>
                  </a:moveTo>
                  <a:lnTo>
                    <a:pt x="575369" y="0"/>
                  </a:lnTo>
                  <a:lnTo>
                    <a:pt x="575369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8689546" y="4400540"/>
              <a:ext cx="73765" cy="1239256"/>
            </a:xfrm>
            <a:custGeom>
              <a:avLst/>
              <a:gdLst/>
              <a:ahLst/>
              <a:cxnLst/>
              <a:rect l="l" t="t" r="r" b="b"/>
              <a:pathLst>
                <a:path w="73765" h="1239256">
                  <a:moveTo>
                    <a:pt x="0" y="0"/>
                  </a:moveTo>
                  <a:lnTo>
                    <a:pt x="73765" y="0"/>
                  </a:lnTo>
                  <a:lnTo>
                    <a:pt x="73765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20000" r="-28000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36968" y="2920863"/>
              <a:ext cx="7221205" cy="818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44"/>
                </a:lnSpc>
              </a:pPr>
              <a:r>
                <a:rPr lang="en-US" sz="3620" b="1">
                  <a:solidFill>
                    <a:srgbClr val="004944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24-Hour Hackathon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2399" y="4393311"/>
              <a:ext cx="2326497" cy="10032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926"/>
                </a:lnSpc>
              </a:pPr>
              <a:r>
                <a:rPr lang="en-US" sz="4938" b="1" spc="-296" dirty="0">
                  <a:gradFill>
                    <a:gsLst>
                      <a:gs pos="0">
                        <a:srgbClr val="5DE0E6">
                          <a:alpha val="100000"/>
                        </a:srgbClr>
                      </a:gs>
                      <a:gs pos="100000">
                        <a:srgbClr val="004AAD">
                          <a:alpha val="100000"/>
                        </a:srgbClr>
                      </a:gs>
                    </a:gsLst>
                    <a:lin ang="0"/>
                  </a:gradFill>
                  <a:latin typeface="Open Sauce Medium"/>
                  <a:ea typeface="Open Sauce Medium"/>
                  <a:cs typeface="Open Sauce Medium"/>
                  <a:sym typeface="Open Sauce Medium"/>
                </a:rPr>
                <a:t>17-18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00894" y="4940029"/>
              <a:ext cx="3474638" cy="6491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72"/>
                </a:lnSpc>
              </a:pPr>
              <a:r>
                <a:rPr lang="en-US" sz="1644" b="1">
                  <a:solidFill>
                    <a:srgbClr val="004944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Manipal Academy of Higher Education (MAHE)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7112" y="5438889"/>
              <a:ext cx="1389855" cy="3245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3"/>
                </a:lnSpc>
              </a:pPr>
              <a:r>
                <a:rPr lang="en-US" sz="1602" b="1" dirty="0">
                  <a:solidFill>
                    <a:srgbClr val="004944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OCTOBER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74964" y="4461918"/>
              <a:ext cx="2296283" cy="348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22"/>
                </a:lnSpc>
              </a:pPr>
              <a:r>
                <a:rPr lang="en-US" sz="1685" b="1">
                  <a:solidFill>
                    <a:srgbClr val="004944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VENUE DETAILS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41600" y="4781941"/>
              <a:ext cx="1631569" cy="348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22"/>
                </a:lnSpc>
              </a:pPr>
              <a:r>
                <a:rPr lang="en-US" sz="1685" b="1">
                  <a:solidFill>
                    <a:srgbClr val="004944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SATURDAY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16458" y="5168176"/>
              <a:ext cx="2417140" cy="348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22"/>
                </a:lnSpc>
              </a:pPr>
              <a:r>
                <a:rPr lang="en-US" sz="1685">
                  <a:solidFill>
                    <a:srgbClr val="004944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09 A.M. Onwards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66813" y="8715375"/>
            <a:ext cx="14049375" cy="1085850"/>
            <a:chOff x="0" y="0"/>
            <a:chExt cx="18732500" cy="1447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8732500" cy="1447800"/>
            </a:xfrm>
            <a:custGeom>
              <a:avLst/>
              <a:gdLst/>
              <a:ahLst/>
              <a:cxnLst/>
              <a:rect l="l" t="t" r="r" b="b"/>
              <a:pathLst>
                <a:path w="18732500" h="1447800">
                  <a:moveTo>
                    <a:pt x="0" y="0"/>
                  </a:moveTo>
                  <a:lnTo>
                    <a:pt x="18732500" y="0"/>
                  </a:lnTo>
                  <a:lnTo>
                    <a:pt x="187325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542" t="-9649" r="-1084" b="-1842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10927848" y="480123"/>
              <a:ext cx="2629904" cy="575802"/>
            </a:xfrm>
            <a:custGeom>
              <a:avLst/>
              <a:gdLst/>
              <a:ahLst/>
              <a:cxnLst/>
              <a:rect l="l" t="t" r="r" b="b"/>
              <a:pathLst>
                <a:path w="2629904" h="575802">
                  <a:moveTo>
                    <a:pt x="0" y="0"/>
                  </a:moveTo>
                  <a:lnTo>
                    <a:pt x="2629904" y="0"/>
                  </a:lnTo>
                  <a:lnTo>
                    <a:pt x="2629904" y="575802"/>
                  </a:lnTo>
                  <a:lnTo>
                    <a:pt x="0" y="575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72006" y="226089"/>
              <a:ext cx="1664614" cy="8298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7"/>
                </a:lnSpc>
              </a:pPr>
              <a:r>
                <a:rPr lang="en-US" sz="184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REGISTER NOW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72147" y="252779"/>
              <a:ext cx="1742643" cy="7668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</a:pPr>
              <a:r>
                <a:rPr lang="en-US" sz="1521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Team Size</a:t>
              </a:r>
            </a:p>
            <a:p>
              <a:pPr algn="ctr">
                <a:lnSpc>
                  <a:spcPts val="2434"/>
                </a:lnSpc>
              </a:pPr>
              <a:r>
                <a:rPr lang="en-US" sz="1521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1-4 Members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429346" y="130153"/>
              <a:ext cx="2139716" cy="292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40"/>
                </a:lnSpc>
              </a:pPr>
              <a:r>
                <a:rPr lang="en-US" sz="1450" b="1">
                  <a:solidFill>
                    <a:srgbClr val="FFFFFF"/>
                  </a:solidFill>
                  <a:latin typeface="Playfair Display Semi-Bold"/>
                  <a:ea typeface="Playfair Display Semi-Bold"/>
                  <a:cs typeface="Playfair Display Semi-Bold"/>
                  <a:sym typeface="Playfair Display Semi-Bold"/>
                </a:rPr>
                <a:t>ORGANIZED BY: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14501941" y="232228"/>
              <a:ext cx="721119" cy="983344"/>
            </a:xfrm>
            <a:custGeom>
              <a:avLst/>
              <a:gdLst/>
              <a:ahLst/>
              <a:cxnLst/>
              <a:rect l="l" t="t" r="r" b="b"/>
              <a:pathLst>
                <a:path w="721119" h="983344">
                  <a:moveTo>
                    <a:pt x="0" y="0"/>
                  </a:moveTo>
                  <a:lnTo>
                    <a:pt x="721119" y="0"/>
                  </a:lnTo>
                  <a:lnTo>
                    <a:pt x="721119" y="983344"/>
                  </a:lnTo>
                  <a:lnTo>
                    <a:pt x="0" y="98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125170" y="469001"/>
              <a:ext cx="1260579" cy="342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17"/>
                </a:lnSpc>
              </a:pPr>
              <a:r>
                <a:rPr lang="en-US" sz="1514" spc="-3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MANIPAL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125170" y="762871"/>
              <a:ext cx="1956349" cy="333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1021"/>
                </a:lnSpc>
                <a:spcBef>
                  <a:spcPct val="0"/>
                </a:spcBef>
              </a:pPr>
              <a:r>
                <a:rPr lang="en-US" sz="729" u="none" strike="noStrike" spc="-14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ACADEMY OF HIGHER EDUCATION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125170" y="1075295"/>
              <a:ext cx="1956349" cy="138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802"/>
                </a:lnSpc>
                <a:spcBef>
                  <a:spcPct val="0"/>
                </a:spcBef>
              </a:pPr>
              <a:r>
                <a:rPr lang="en-US" sz="573" i="1" u="none" strike="noStrike" spc="-11">
                  <a:solidFill>
                    <a:srgbClr val="FFFFFF"/>
                  </a:solidFill>
                  <a:latin typeface="Times New Roman MT Italics"/>
                  <a:ea typeface="Times New Roman MT Italics"/>
                  <a:cs typeface="Times New Roman MT Italics"/>
                  <a:sym typeface="Times New Roman MT Italics"/>
                </a:rPr>
                <a:t>Institution of Embrace Diamant in the University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591320" y="6523502"/>
            <a:ext cx="2051923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3"/>
              </a:lnSpc>
            </a:pPr>
            <a:r>
              <a:rPr lang="en-US" sz="2502" b="1">
                <a:solidFill>
                  <a:srgbClr val="000000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YOUR NAME: </a:t>
            </a:r>
          </a:p>
          <a:p>
            <a:pPr algn="just">
              <a:lnSpc>
                <a:spcPts val="2283"/>
              </a:lnSpc>
            </a:pPr>
            <a:endParaRPr lang="en-US" sz="2502" b="1">
              <a:solidFill>
                <a:srgbClr val="000000"/>
              </a:solidFill>
              <a:latin typeface="Playfair Display Semi-Bold"/>
              <a:ea typeface="Playfair Display Semi-Bold"/>
              <a:cs typeface="Playfair Display Semi-Bold"/>
              <a:sym typeface="Playfair Display Semi-Bold"/>
            </a:endParaRPr>
          </a:p>
          <a:p>
            <a:pPr algn="just">
              <a:lnSpc>
                <a:spcPts val="3003"/>
              </a:lnSpc>
            </a:pPr>
            <a:r>
              <a:rPr lang="en-US" sz="2502" b="1">
                <a:solidFill>
                  <a:srgbClr val="000000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TEAM NAME: </a:t>
            </a:r>
          </a:p>
          <a:p>
            <a:pPr algn="just">
              <a:lnSpc>
                <a:spcPts val="2283"/>
              </a:lnSpc>
            </a:pPr>
            <a:endParaRPr lang="en-US" sz="2502" b="1">
              <a:solidFill>
                <a:srgbClr val="000000"/>
              </a:solidFill>
              <a:latin typeface="Playfair Display Semi-Bold"/>
              <a:ea typeface="Playfair Display Semi-Bold"/>
              <a:cs typeface="Playfair Display Semi-Bold"/>
              <a:sym typeface="Playfair Display Semi-Bold"/>
            </a:endParaRPr>
          </a:p>
          <a:p>
            <a:pPr algn="just">
              <a:lnSpc>
                <a:spcPts val="2763"/>
              </a:lnSpc>
              <a:spcBef>
                <a:spcPct val="0"/>
              </a:spcBef>
            </a:pPr>
            <a:r>
              <a:rPr lang="en-US" sz="2302" b="1">
                <a:solidFill>
                  <a:srgbClr val="000000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TRACK NO: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838200"/>
            <a:ext cx="7685837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73"/>
              </a:lnSpc>
            </a:pPr>
            <a:r>
              <a:rPr lang="en-US" sz="9978" spc="-199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73"/>
              </a:lnSpc>
            </a:pPr>
            <a:r>
              <a:rPr lang="en-US" sz="9978" spc="-199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Tech Stack &amp;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73"/>
              </a:lnSpc>
            </a:pPr>
            <a:r>
              <a:rPr lang="en-US" sz="9978" spc="-199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Data Flow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866775"/>
            <a:ext cx="10751308" cy="1393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35"/>
              </a:lnSpc>
            </a:pPr>
            <a:r>
              <a:rPr lang="en-US" sz="8113" spc="-162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Screenshot of Your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866775"/>
            <a:ext cx="5533771" cy="1393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35"/>
              </a:lnSpc>
            </a:pPr>
            <a:r>
              <a:rPr lang="en-US" sz="8113" spc="-162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Others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Custom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Open Sauce Bold</vt:lpstr>
      <vt:lpstr>Agrandir Wide Bold</vt:lpstr>
      <vt:lpstr>Calibri</vt:lpstr>
      <vt:lpstr>Open Sauce Medium</vt:lpstr>
      <vt:lpstr>Playfair Display Semi-Bold</vt:lpstr>
      <vt:lpstr>Arial</vt:lpstr>
      <vt:lpstr>Open Sauce</vt:lpstr>
      <vt:lpstr>Times New Roman MT Italics</vt:lpstr>
      <vt:lpstr>Times New Roman MT</vt:lpstr>
      <vt:lpstr>Times New Roman MT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HackSprint PPT Presentation</dc:title>
  <cp:lastModifiedBy>vaibhav yadav</cp:lastModifiedBy>
  <cp:revision>1</cp:revision>
  <dcterms:created xsi:type="dcterms:W3CDTF">2006-08-16T00:00:00Z</dcterms:created>
  <dcterms:modified xsi:type="dcterms:W3CDTF">2026-10-03T05:34:26Z</dcterms:modified>
  <dc:identifier>DAHUpmvgRuU</dc:identifier>
</cp:coreProperties>
</file>